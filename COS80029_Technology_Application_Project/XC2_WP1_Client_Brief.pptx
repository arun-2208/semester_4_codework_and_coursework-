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XC2 — WP1 Client Brief (ICT80004 Internship Project)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Concept &amp; Evaluation Plan · 03 Sep 2025 · Team XC2 (Arun Ragavendhar, Vaisakh, Aarathi, Aayudh, Samsun, Vikas)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Problem: LLMs can be steered by persuasive text (prompt injection).</a:t>
            </a:r>
          </a:p>
          <a:p>
            <a:pPr/>
            <a:r>
              <a:t>Goal: Build a simple, testable plan to measure and reduce these attacks in realistic tasks.</a:t>
            </a:r>
          </a:p>
          <a:p>
            <a:pPr/>
            <a:r>
              <a:t>Outcome for WP1:</a:t>
            </a:r>
          </a:p>
          <a:p>
            <a:pPr lvl="1"/>
            <a:r>
              <a:t>A small but deep tactic set</a:t>
            </a:r>
          </a:p>
          <a:p>
            <a:pPr lvl="1"/>
            <a:r>
              <a:t>A clean prompt pipeline and defenses</a:t>
            </a:r>
          </a:p>
          <a:p>
            <a:pPr lvl="1"/>
            <a:r>
              <a:t>Clear metrics and baselines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(In / Out)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 scope (text-only):</a:t>
            </a:r>
          </a:p>
          <a:p>
            <a:pPr lvl="1"/>
            <a:r>
              <a:t>Tactics that can be written as prompt text</a:t>
            </a:r>
          </a:p>
          <a:p>
            <a:pPr lvl="1"/>
            <a:r>
              <a:t>Summarisation + QA tasks</a:t>
            </a:r>
          </a:p>
          <a:p>
            <a:pPr lvl="1"/>
            <a:r>
              <a:t>Placements: start/middle/end</a:t>
            </a:r>
          </a:p>
          <a:p>
            <a:pPr lvl="1"/>
            <a:r>
              <a:t>Defenses: boundary, reminders, light guard</a:t>
            </a:r>
          </a:p>
          <a:p>
            <a:pPr/>
            <a:r>
              <a:t>Out of scope:</a:t>
            </a:r>
          </a:p>
          <a:p>
            <a:pPr lvl="1"/>
            <a:r>
              <a:t>Outcomes (e.g., phishing, ransomware)</a:t>
            </a:r>
          </a:p>
          <a:p>
            <a:pPr lvl="1"/>
            <a:r>
              <a:t>Channels (robocalls/SMS/phone)</a:t>
            </a:r>
          </a:p>
          <a:p>
            <a:pPr lvl="1"/>
            <a:r>
              <a:t>Physical vectors (tailgating, etc.)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— 2-Week Sprints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Loop: discover → design → defend → document</a:t>
            </a:r>
          </a:p>
          <a:p>
            <a:pPr/>
            <a:r>
              <a:t>discover:</a:t>
            </a:r>
          </a:p>
          <a:p>
            <a:pPr lvl="1"/>
            <a:r>
              <a:t>Pick tactics, scenarios, tasks, placements; ethics check</a:t>
            </a:r>
          </a:p>
          <a:p>
            <a:pPr/>
            <a:r>
              <a:t>design:</a:t>
            </a:r>
          </a:p>
          <a:p>
            <a:pPr lvl="1"/>
            <a:r>
              <a:t>Generate prompts and configs; finalize defense lines</a:t>
            </a:r>
          </a:p>
          <a:p>
            <a:pPr/>
            <a:r>
              <a:t>defend:</a:t>
            </a:r>
          </a:p>
          <a:p>
            <a:pPr lvl="1"/>
            <a:r>
              <a:t>Run baselines/defenses; record ASR, quality, cost</a:t>
            </a:r>
          </a:p>
          <a:p>
            <a:pPr/>
            <a:r>
              <a:t>document:</a:t>
            </a:r>
          </a:p>
          <a:p>
            <a:pPr lvl="1"/>
            <a:r>
              <a:t>Summarize results; decisions; next-sprint items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Suitability Analysis (Filter)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Keep: tactics that can be expressed as text prompts.</a:t>
            </a:r>
          </a:p>
          <a:p>
            <a:pPr/>
            <a:r>
              <a:t>Drop: outcomes, channels, physical methods (document only).</a:t>
            </a:r>
          </a:p>
          <a:p>
            <a:pPr/>
            <a:r>
              <a:t>Steps:</a:t>
            </a:r>
          </a:p>
          <a:p>
            <a:pPr lvl="1"/>
            <a:r>
              <a:t>Label each item (tactic/outcome/channel/physical)</a:t>
            </a:r>
          </a:p>
          <a:p>
            <a:pPr lvl="1"/>
            <a:r>
              <a:t>Keep tactics and map to system/user/retrieved surfaces</a:t>
            </a:r>
          </a:p>
          <a:p>
            <a:pPr lvl="1"/>
            <a:r>
              <a:t>Design 3 scenarios per tactic; 5 prompts per scenario (safe)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Tactic Shortlist (9)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Tactic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Baiting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Pretexting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Impersonation (Help Desk/Admin)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Quid-pro-quo / Reciprocity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Authority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Social proof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Urgency / Scarcity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Story / Empathy framing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Reverse social engineering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Generation — Template &amp;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Template fields:</a:t>
            </a:r>
          </a:p>
          <a:p>
            <a:pPr lvl="1"/>
            <a:r>
              <a:t>tactic, scenario_id, placement, attack_goal, clean_task, safety_notes</a:t>
            </a:r>
          </a:p>
          <a:p>
            <a:pPr/>
            <a:r>
              <a:t>Message skeleton:</a:t>
            </a:r>
          </a:p>
          <a:p>
            <a:pPr lvl="1"/>
            <a:r>
              <a:t>System: boundary + reminder lines</a:t>
            </a:r>
          </a:p>
          <a:p>
            <a:pPr lvl="1"/>
            <a:r>
              <a:t>User: External Content + Task sections</a:t>
            </a:r>
          </a:p>
          <a:p>
            <a:pPr/>
            <a:r>
              <a:t>Naming: prompts/&lt;tactic&gt;/&lt;scenario&gt;/p_&lt;placement&gt;_v*.txt</a:t>
            </a:r>
          </a:p>
          <a:p>
            <a:pPr/>
            <a:r>
              <a:t>Filters: safe content only; no real keys; dedupe; traceable seeds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Plan — What We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Tasks:</a:t>
            </a:r>
          </a:p>
          <a:p>
            <a:pPr lvl="1"/>
            <a:r>
              <a:t>Summarisation (short passages)</a:t>
            </a:r>
          </a:p>
          <a:p>
            <a:pPr lvl="1"/>
            <a:r>
              <a:t>QA (short factual; small table QA if time allows)</a:t>
            </a:r>
          </a:p>
          <a:p>
            <a:pPr/>
            <a:r>
              <a:t>Placements:</a:t>
            </a:r>
          </a:p>
          <a:p>
            <a:pPr lvl="1"/>
            <a:r>
              <a:t>Start</a:t>
            </a:r>
          </a:p>
          <a:p>
            <a:pPr lvl="1"/>
            <a:r>
              <a:t>Middle</a:t>
            </a:r>
          </a:p>
          <a:p>
            <a:pPr lvl="1"/>
            <a:r>
              <a:t>End</a:t>
            </a:r>
          </a:p>
          <a:p>
            <a:pPr/>
            <a:r>
              <a:t>Surfaces:</a:t>
            </a:r>
          </a:p>
          <a:p>
            <a:pPr lvl="1"/>
            <a:r>
              <a:t>User message</a:t>
            </a:r>
          </a:p>
          <a:p>
            <a:pPr lvl="1"/>
            <a:r>
              <a:t>Retrieved text (RAG-like)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&amp; Pass/Fail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Metrics:</a:t>
            </a:r>
          </a:p>
          <a:p>
            <a:pPr lvl="1"/>
            <a:r>
              <a:t>ASR = attack success rate</a:t>
            </a:r>
          </a:p>
          <a:p>
            <a:pPr lvl="1"/>
            <a:r>
              <a:t>Task quality: QA exact-match; Summarisation overlap</a:t>
            </a:r>
          </a:p>
          <a:p>
            <a:pPr lvl="1"/>
            <a:r>
              <a:t>Cost: extra tokens, rough time</a:t>
            </a:r>
          </a:p>
          <a:p>
            <a:pPr/>
            <a:r>
              <a:t>Pass/Fail lines:</a:t>
            </a:r>
          </a:p>
          <a:p>
            <a:pPr lvl="1"/>
            <a:r>
              <a:t>Primary: ASR ↓ ≥ 50% vs. no defense</a:t>
            </a:r>
          </a:p>
          <a:p>
            <a:pPr lvl="1"/>
            <a:r>
              <a:t>Secondary: quality drop ≤ 2/10 points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Defenses (Staged, Cost-Aware)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1) Boundary awareness line (default)</a:t>
            </a:r>
          </a:p>
          <a:p>
            <a:pPr/>
            <a:r>
              <a:t>2) Explicit reminder line (default)</a:t>
            </a:r>
          </a:p>
          <a:p>
            <a:pPr/>
            <a:r>
              <a:t>3) Light guard for tough cases</a:t>
            </a:r>
          </a:p>
          <a:p>
            <a:pPr/>
            <a:r>
              <a:t>4) Small, time-boxed fine-tune (only if needed)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9319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Repos: GitHub private, protected main</a:t>
            </a:r>
          </a:p>
          <a:p>
            <a:pPr/>
            <a:r>
              <a:t>CI: tests + small nightly red-team check</a:t>
            </a:r>
          </a:p>
          <a:p>
            <a:pPr/>
            <a:r>
              <a:t>Storage: OneDrive/SharePoint (private, MFA)</a:t>
            </a:r>
          </a:p>
          <a:p>
            <a:pPr/>
            <a:r>
              <a:t>Local demo: Streamlit or FastAPI (no public URL)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39319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Roles: Tech Lead, Safety Lead, Evaluation Lead, Ethics Officer, Maintainer</a:t>
            </a:r>
          </a:p>
          <a:p>
            <a:pPr/>
            <a:r>
              <a:t>Change control: issues + PRs; Ready/Done checklists</a:t>
            </a:r>
          </a:p>
          <a:p>
            <a:pPr/>
            <a:r>
              <a:t>No secrets in code; configs + seeds saved with 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— Next Two Sprints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Sprint 1 (Weeks 1–2):</a:t>
            </a:r>
          </a:p>
          <a:p>
            <a:pPr lvl="1"/>
            <a:r>
              <a:t>Suitability analysis finalized</a:t>
            </a:r>
          </a:p>
          <a:p>
            <a:pPr lvl="1"/>
            <a:r>
              <a:t>Prompts generated</a:t>
            </a:r>
          </a:p>
          <a:p>
            <a:pPr lvl="1"/>
            <a:r>
              <a:t>Baselines + defenses run on sample set</a:t>
            </a:r>
          </a:p>
          <a:p>
            <a:pPr lvl="1"/>
            <a:r>
              <a:t>Summary + decisions</a:t>
            </a:r>
          </a:p>
          <a:p>
            <a:pPr/>
            <a:r>
              <a:t>Sprint 2 (Weeks 3–4):</a:t>
            </a:r>
          </a:p>
          <a:p>
            <a:pPr lvl="1"/>
            <a:r>
              <a:t>Scale runs evenly per tactic</a:t>
            </a:r>
          </a:p>
          <a:p>
            <a:pPr lvl="1"/>
            <a:r>
              <a:t>Tune defenses where weak</a:t>
            </a:r>
          </a:p>
          <a:p>
            <a:pPr lvl="1"/>
            <a:r>
              <a:t>Optional guard if needed</a:t>
            </a:r>
          </a:p>
          <a:p>
            <a:pPr lvl="1"/>
            <a:r>
              <a:t>Client review + plan next phase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Mitigations (Starter List)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Unsafe prompt text</a:t>
            </a:r>
          </a:p>
          <a:p>
            <a:pPr lvl="1"/>
            <a:r>
              <a:t>Mitigation: fixed templates + Safety Lead review</a:t>
            </a:r>
          </a:p>
          <a:p>
            <a:pPr/>
            <a:r>
              <a:t>Biased survey wording</a:t>
            </a:r>
          </a:p>
          <a:p>
            <a:pPr lvl="1"/>
            <a:r>
              <a:t>Mitigation: pilot + checklist; Plan B: drop item</a:t>
            </a:r>
          </a:p>
          <a:p>
            <a:pPr/>
            <a:r>
              <a:t>Data leaks</a:t>
            </a:r>
          </a:p>
          <a:p>
            <a:pPr lvl="1"/>
            <a:r>
              <a:t>Mitigation: de-identify; Plan B: delete &amp; restore clean copy</a:t>
            </a:r>
          </a:p>
          <a:p>
            <a:pPr/>
            <a:r>
              <a:t>Scope creep / time over-run</a:t>
            </a:r>
          </a:p>
          <a:p>
            <a:pPr lvl="1"/>
            <a:r>
              <a:t>Mitigation: cap runs; core tactics first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Decisions/Asks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Confirm the 9-tactic shortlist (any additions/removals?)</a:t>
            </a:r>
          </a:p>
          <a:p>
            <a:pPr/>
            <a:r>
              <a:t>Agree on metrics and pass/fail lines</a:t>
            </a:r>
          </a:p>
          <a:p>
            <a:pPr/>
            <a:r>
              <a:t>Confirm storage and ethics approach (de-identified, private folders)</a:t>
            </a:r>
          </a:p>
          <a:p>
            <a:pPr/>
            <a:r>
              <a:t>Sign-off on Section 3 and this WP1 plan so we proceed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