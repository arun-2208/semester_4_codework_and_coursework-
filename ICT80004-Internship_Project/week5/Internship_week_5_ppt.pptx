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368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547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560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18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20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50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63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999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8693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680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8034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9693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4520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2851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9529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899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97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532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ICT80004 Internship Project – Defending Against Prompt Injection Attacks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Arun Ragavendhar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 &amp;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LLMs can be tricked into unsafe outputs (prompt injection).</a:t>
            </a:r>
          </a:p>
          <a:p>
            <a:r>
              <a:t>Attack types: direct injection, indirect injection, jailbreaks, persuasive SE.</a:t>
            </a:r>
          </a:p>
          <a:p>
            <a:r>
              <a:t>OWASP: Prompt Injection is the #1 LLM risk.</a:t>
            </a:r>
          </a:p>
          <a:p>
            <a:r>
              <a:t>Goal: Build a test suite + defenses for CSIRO platform.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&amp; Sprint Loop</a:t>
            </a:r>
          </a:p>
        </p:txBody>
      </p:sp>
      <p:pic>
        <p:nvPicPr>
          <p:cNvPr id="3" name="Picture 2" descr="diagram_agile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841" y="3022121"/>
            <a:ext cx="2908417" cy="302212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06483" y="3301042"/>
            <a:ext cx="532249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/>
          </a:p>
          <a:p>
            <a:r>
              <a:rPr dirty="0"/>
              <a:t>2-week sprints: Discover → Design → Defend → Document.</a:t>
            </a:r>
          </a:p>
          <a:p>
            <a:r>
              <a:rPr dirty="0"/>
              <a:t>Focus: Summarisation &amp; QA tasks.</a:t>
            </a:r>
          </a:p>
          <a:p>
            <a:r>
              <a:rPr dirty="0"/>
              <a:t>Attacks: start, middle, end of content.</a:t>
            </a:r>
          </a:p>
          <a:p>
            <a:r>
              <a:rPr dirty="0"/>
              <a:t>Defenses: boundary, reminders, structured queries, fine-tune.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Insights: BIPIA &amp; HOUYI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BIPIA: benchmark indirect injections → stronger models = more vulnerable.</a:t>
            </a:r>
          </a:p>
          <a:p>
            <a:r>
              <a:rPr dirty="0"/>
              <a:t>Placement matters: end &gt; middle &gt; start.</a:t>
            </a:r>
          </a:p>
          <a:p>
            <a:r>
              <a:rPr dirty="0"/>
              <a:t>Defenses: black-box reminders/boundaries; white-box tags + adversarial fine-tuning.</a:t>
            </a:r>
          </a:p>
          <a:p>
            <a:r>
              <a:rPr dirty="0"/>
              <a:t>HOUYI: real-world attack with 3-part payload (framework, separator, disruptor).</a:t>
            </a:r>
          </a:p>
          <a:p>
            <a:r>
              <a:rPr dirty="0"/>
              <a:t>86% success on 36 apps → practical high-risk scenario.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Literature Insights: StruQ &amp; Security Perspective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StruQ: separates control vs. data → structured queries.</a:t>
            </a:r>
          </a:p>
          <a:p>
            <a:r>
              <a:t>Blocked most manual attacks; reduced optimization-based attacks (TAP, GCG).</a:t>
            </a:r>
          </a:p>
          <a:p>
            <a:r>
              <a:t>Security Perspective: pipeline with input/output filters, probes, anomaly detection.</a:t>
            </a:r>
          </a:p>
          <a:p>
            <a:r>
              <a:t>Need continuous monitoring as threats evolve.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Systematic Analysis &amp; Persuasion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382" y="2489200"/>
            <a:ext cx="3851392" cy="4009366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Systematic Analysis: architectures vary in vulnerability.</a:t>
            </a:r>
          </a:p>
          <a:p>
            <a:r>
              <a:rPr dirty="0"/>
              <a:t>Mitigations: </a:t>
            </a:r>
            <a:r>
              <a:rPr dirty="0" err="1"/>
              <a:t>sanitisation</a:t>
            </a:r>
            <a:r>
              <a:rPr dirty="0"/>
              <a:t>, consensus, fine-tuning.</a:t>
            </a:r>
          </a:p>
          <a:p>
            <a:r>
              <a:rPr dirty="0"/>
              <a:t>Persuasion (Johnny paper): SE tactics (authority, urgency, empathy, role-play).</a:t>
            </a:r>
          </a:p>
          <a:p>
            <a:r>
              <a:rPr dirty="0"/>
              <a:t>Attackers exploit human-like persuasion to bypass safeguards.</a:t>
            </a:r>
          </a:p>
        </p:txBody>
      </p:sp>
      <p:pic>
        <p:nvPicPr>
          <p:cNvPr id="4" name="Picture 3" descr="diagram_social_engin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1344" y="3295087"/>
            <a:ext cx="3657600" cy="26358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 Teaming with GPTFUZZER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2071" y="2489200"/>
            <a:ext cx="3776629" cy="3530600"/>
          </a:xfrm>
        </p:spPr>
        <p:txBody>
          <a:bodyPr>
            <a:normAutofit fontScale="85000" lnSpcReduction="10000"/>
          </a:bodyPr>
          <a:lstStyle/>
          <a:p>
            <a:endParaRPr dirty="0"/>
          </a:p>
          <a:p>
            <a:r>
              <a:rPr dirty="0"/>
              <a:t>Problem: manual jailbreaks slow and limited.</a:t>
            </a:r>
          </a:p>
          <a:p>
            <a:r>
              <a:rPr dirty="0"/>
              <a:t>GPTFUZZER: automated fuzzing with seed → mutate → attack → judge cycle.</a:t>
            </a:r>
          </a:p>
          <a:p>
            <a:r>
              <a:rPr dirty="0"/>
              <a:t>Mutators: generate, crossover, expand, shorten, rephrase.</a:t>
            </a:r>
          </a:p>
          <a:p>
            <a:r>
              <a:rPr dirty="0"/>
              <a:t>Judgment model: </a:t>
            </a:r>
            <a:r>
              <a:rPr dirty="0" err="1"/>
              <a:t>RoBERTa</a:t>
            </a:r>
            <a:r>
              <a:rPr dirty="0"/>
              <a:t> auto-labels jailbreak success.</a:t>
            </a:r>
          </a:p>
          <a:p>
            <a:r>
              <a:rPr dirty="0"/>
              <a:t>Results: &gt;90% success on ChatGPT, Llama-2; transferable to Bard, Claude, PaLM2.</a:t>
            </a:r>
          </a:p>
        </p:txBody>
      </p:sp>
      <p:pic>
        <p:nvPicPr>
          <p:cNvPr id="4" name="Picture 3" descr="diagram_gptfuzz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7366" y="3510951"/>
            <a:ext cx="4572000" cy="2377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 3–4 Vulnerability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280" y="2352135"/>
            <a:ext cx="4880810" cy="3828691"/>
          </a:xfrm>
        </p:spPr>
        <p:txBody>
          <a:bodyPr>
            <a:normAutofit/>
          </a:bodyPr>
          <a:lstStyle/>
          <a:p>
            <a:endParaRPr dirty="0"/>
          </a:p>
          <a:p>
            <a:r>
              <a:rPr dirty="0"/>
              <a:t>Tested vulnerabilities: overflow, null pointer, array OOB, divide by zero, SQL injection.</a:t>
            </a:r>
          </a:p>
          <a:p>
            <a:r>
              <a:rPr dirty="0"/>
              <a:t>Models: GPT-4/5, Grok, Gemini, Llama-3, DeepSeek.</a:t>
            </a:r>
          </a:p>
          <a:p>
            <a:r>
              <a:rPr dirty="0"/>
              <a:t>Prompting strategies: CoT, Action, Debate, Encouragement.</a:t>
            </a:r>
          </a:p>
          <a:p>
            <a:r>
              <a:rPr dirty="0"/>
              <a:t>Findings: Debate/Encouragement often safer; stronger LLMs sometimes more vulnerable.</a:t>
            </a:r>
          </a:p>
        </p:txBody>
      </p:sp>
      <p:pic>
        <p:nvPicPr>
          <p:cNvPr id="4" name="Picture 3" descr="chart_vuln_tes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996" y="3194651"/>
            <a:ext cx="3372928" cy="245229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Systematization of Social Engineering Attacks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552" y="2516996"/>
            <a:ext cx="4472493" cy="3530600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r>
              <a:rPr dirty="0"/>
              <a:t>Studied 9 tactics: baiting, pretexting, impersonation, reciprocity, authority, social proof, urgency, empathy, reverse SE.</a:t>
            </a:r>
          </a:p>
          <a:p>
            <a:r>
              <a:rPr dirty="0"/>
              <a:t>Mapped how tactics translate into LLM prompts and manipulations.</a:t>
            </a:r>
          </a:p>
          <a:p>
            <a:r>
              <a:rPr dirty="0"/>
              <a:t>Placement &amp; framing strongly affect attack success.</a:t>
            </a:r>
          </a:p>
          <a:p>
            <a:r>
              <a:rPr dirty="0"/>
              <a:t>Taxonomy combines coding flaws + persuasion attacks → guides robust defense design.</a:t>
            </a:r>
          </a:p>
        </p:txBody>
      </p:sp>
      <p:pic>
        <p:nvPicPr>
          <p:cNvPr id="4" name="Picture 3" descr="diagram_social_engineer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3295087"/>
            <a:ext cx="3657600" cy="26358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Expand test cases with more vulnerabilities and persuasion prompts.</a:t>
            </a:r>
          </a:p>
          <a:p>
            <a:r>
              <a:t>Refine taxonomy → combine social engineering + technical attacks.</a:t>
            </a:r>
          </a:p>
          <a:p>
            <a:r>
              <a:t>Build Prompt Injection Test Suite with positive + negative cases.</a:t>
            </a:r>
          </a:p>
          <a:p>
            <a:r>
              <a:t>Prepare scaled Sprint 2 runs for client review.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Discussion Points for 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Does our taxonomy of tactics cover realistic CSIRO risks?</a:t>
            </a:r>
          </a:p>
          <a:p>
            <a:r>
              <a:t>Should defenses prioritise black-box (deployable) or explore white-box (fine-tuned)?</a:t>
            </a:r>
          </a:p>
          <a:p>
            <a:r>
              <a:t>Which models should be the testing priority?</a:t>
            </a:r>
          </a:p>
          <a:p>
            <a:r>
              <a:t>Should continuous red-teaming (GPTFUZZER-style) be integrated into pipeline?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</TotalTime>
  <Words>539</Words>
  <Application>Microsoft Office PowerPoint</Application>
  <PresentationFormat>On-screen Show (4:3)</PresentationFormat>
  <Paragraphs>64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Century Gothic</vt:lpstr>
      <vt:lpstr>Wingdings 3</vt:lpstr>
      <vt:lpstr>Ion Boardroom</vt:lpstr>
      <vt:lpstr>ICT80004 Internship Project – Defending Against Prompt Injection Attacks</vt:lpstr>
      <vt:lpstr>Context &amp; Problem</vt:lpstr>
      <vt:lpstr>Approach &amp; Sprint Loop</vt:lpstr>
      <vt:lpstr>Literature Insights: BIPIA &amp; HOUYI</vt:lpstr>
      <vt:lpstr>Literature Insights: StruQ &amp; Security Perspective</vt:lpstr>
      <vt:lpstr>Systematic Analysis &amp; Persuasion</vt:lpstr>
      <vt:lpstr>Red Teaming with GPTFUZZER</vt:lpstr>
      <vt:lpstr>Week 3–4 Vulnerability Testing</vt:lpstr>
      <vt:lpstr>Systematization of Social Engineering Attacks</vt:lpstr>
      <vt:lpstr>Next Steps</vt:lpstr>
      <vt:lpstr>Discussion Points for Client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ARUN RAGAVENDHAR ARUNACHALAM PALANIYAPPAN</cp:lastModifiedBy>
  <cp:revision>3</cp:revision>
  <dcterms:created xsi:type="dcterms:W3CDTF">2013-01-27T09:14:16Z</dcterms:created>
  <dcterms:modified xsi:type="dcterms:W3CDTF">2025-09-03T23:00:28Z</dcterms:modified>
  <cp:category/>
</cp:coreProperties>
</file>