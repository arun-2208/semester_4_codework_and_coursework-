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Trust Me, I Know This Function (FPA)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Hijacking LLM Static Analysis using Abstraction Bias — Summary + Repro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TL;DR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LLMs over-trust familiar code patterns and skip local checks (abstraction bias).</a:t>
            </a:r>
          </a:p>
          <a:p>
            <a:pPr/>
            <a:r>
              <a:t>Tiny, valid edits (deception patterns) flip what the LLM believes without changing runtime behavior.</a:t>
            </a:r>
          </a:p>
          <a:p>
            <a:pPr/>
            <a:r>
              <a:t>Attacks transfer across models (GPT-4o/Claude/Gemini) and languages (Python/C/Rust/Go).</a:t>
            </a:r>
          </a:p>
          <a:p>
            <a:pPr/>
            <a:r>
              <a:t>Even with warnings, models still fall for the trick; useful for both red/blue-team use-cases.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chemeClr val="accent5"/>
                </a:solidFill>
              </a:rPr>
              <a:t>Paper: Bernstein, Beste, Ayzenshteyn, Schönherr, Mirsky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 &amp; Attack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Core Idea</a:t>
            </a:r>
          </a:p>
          <a:p>
            <a:pPr lvl="1"/>
            <a:r>
              <a:t>Actors: A (adversary/defender) modifies a program x; B runs an LLM to analyze x.</a:t>
            </a:r>
          </a:p>
          <a:p>
            <a:pPr lvl="1"/>
            <a:r>
              <a:t>Constraint: Modified x′ must behave the same at runtime as x (exec(x′)=exec(x)).</a:t>
            </a:r>
          </a:p>
          <a:p>
            <a:pPr lvl="1"/>
            <a:r>
              <a:t>Goal: Make LLM’s static interpretation of x′ diverge from the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Why It Matters</a:t>
            </a:r>
          </a:p>
          <a:p>
            <a:pPr lvl="1"/>
            <a:r>
              <a:t>Targets: summarization, vulnerability scanning, code search/review, scraping.</a:t>
            </a:r>
          </a:p>
          <a:p>
            <a:pPr lvl="1"/>
            <a:r>
              <a:t>Why risky: high-throughput pipelines often skip dynamic/symbolic checks.</a:t>
            </a:r>
          </a:p>
          <a:p>
            <a:pPr lvl="1"/>
            <a:r>
              <a:t>Dual-use: conceal/insert logic for LLMs while humans/runtimes see the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Abstraction Bias (with 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LLMs map familiar code scaffolds → ‘I know this’ (e.g., nth_prime, LSWR, vowel-check).</a:t>
            </a:r>
          </a:p>
          <a:p>
            <a:pPr/>
            <a:r>
              <a:t>Small bug (off-by-one, &gt;= vs &gt;, missing 'u') convinces model the familiar logic executes.</a:t>
            </a:r>
          </a:p>
          <a:p>
            <a:pPr/>
            <a:r>
              <a:t>LLM misreads control flow; runtime stays correct.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FPA in One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Pick familiar function P with fixed args, known output v.</a:t>
            </a:r>
          </a:p>
          <a:p>
            <a:pPr/>
            <a:r>
              <a:t>Perturb with ∆ to get P′ so exec(P′)≠exec(P) but model thinks P′≈P.</a:t>
            </a:r>
          </a:p>
          <a:p>
            <a:pPr/>
            <a:r>
              <a:t>Guard behavior t with if P′(a)==v: t. LLM expects t; runtime may skip 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Generator (Algorithm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Generate familiar pattern P; ensure model + runtime agree on v.</a:t>
            </a:r>
          </a:p>
          <a:p>
            <a:pPr/>
            <a:r>
              <a:t>2) Perturb to P′ via tiny valid edits; ensure runtime output changes.</a:t>
            </a:r>
          </a:p>
          <a:p>
            <a:pPr/>
            <a:r>
              <a:t>3) Embed P′ to gate target behavior t; check LLM mispredicts while exec unchanged.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Static analysis accuracy drops to ~9–24% under FPA; benign familiar P stays high.</a:t>
            </a:r>
          </a:p>
          <a:p>
            <a:pPr/>
            <a:r>
              <a:t>Cross-model &amp; cross-language transfer works.</a:t>
            </a:r>
          </a:p>
          <a:p>
            <a:pPr/>
            <a:r>
              <a:t>Robust prompts barely help; reasoning models still have weak spots.</a:t>
            </a:r>
          </a:p>
          <a:p>
            <a:pPr/>
            <a:r>
              <a:t>Defensive use: anti-plagiarism, anti-scraping (e.g., poison static summaries).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Defensive Uses &amp;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Core Idea</a:t>
            </a:r>
          </a:p>
          <a:p>
            <a:pPr lvl="1"/>
            <a:r>
              <a:t>Anti-plagiarism: push LLM rewriters to produce broken clones.</a:t>
            </a:r>
          </a:p>
          <a:p>
            <a:pPr lvl="1"/>
            <a:r>
              <a:t>Anti-scraping: inject content only LLMs ‘see’ (not rendered).</a:t>
            </a:r>
          </a:p>
          <a:p>
            <a:pPr lvl="1"/>
            <a:r>
              <a:t>Watermarking/attribution, reverse-engineering deterrence.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Why It Matters</a:t>
            </a:r>
          </a:p>
          <a:p>
            <a:pPr lvl="1"/>
            <a:r>
              <a:t>Prompting alone insufficient; dynamic/symbolic checks costly at scale.</a:t>
            </a:r>
          </a:p>
          <a:p>
            <a:pPr lvl="1"/>
            <a:r>
              <a:t>Bias tied to ‘semantic archetypes’; dedup doesn’t remove them.</a:t>
            </a:r>
          </a:p>
          <a:p>
            <a:pPr lvl="1"/>
            <a:r>
              <a:t>Open space for untargeted FPAs &amp; better robustness evals.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Repro/Implementation Plan (for your project)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Code harness: catalog P-patterns, mutation ops (flip comparators, off-by-one).</a:t>
            </a:r>
          </a:p>
          <a:p>
            <a:pPr/>
            <a:r>
              <a:t>Judge: exec ground-truth locally; compare vs LLM prediction (API).</a:t>
            </a:r>
          </a:p>
          <a:p>
            <a:pPr/>
            <a:r>
              <a:t>Scenarios: static output prediction; rewriter; scraper view.</a:t>
            </a:r>
          </a:p>
          <a:p>
            <a:pPr/>
            <a:r>
              <a:t>Metrics: success rate over n runs; transfer across models/languages.</a:t>
            </a:r>
          </a:p>
          <a:p>
            <a:pPr/>
            <a:r>
              <a:t>Mitigations to test: robust prompts; symbolic/dynamic checks (subset).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Start with demo patterns (vowel, nth_prime, LSWR) and 3–5 t behaviors.</a:t>
            </a:r>
          </a:p>
          <a:p>
            <a:pPr/>
            <a:r>
              <a:t>Build minimal black-box generator + evaluation harness.</a:t>
            </a:r>
          </a:p>
          <a:p>
            <a:pPr/>
            <a:r>
              <a:t>Port working P′ to C/Rust/Go; try web Anti-Scraping JS variant.</a:t>
            </a:r>
          </a:p>
          <a:p>
            <a:pPr/>
            <a:r>
              <a:t>Document failures: where abstraction bias doesn’t trigger.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