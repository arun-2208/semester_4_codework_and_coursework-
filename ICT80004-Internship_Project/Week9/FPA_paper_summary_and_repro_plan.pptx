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48" y="4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4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3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1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4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5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5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5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79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7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01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7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37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9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69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Trust Me, I Know This Function (FPA)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Hijacking LLM Static Analysis using Abstraction Bias — Summary + Repro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092491"/>
          </a:xfrm>
        </p:spPr>
        <p:txBody>
          <a:bodyPr/>
          <a:lstStyle/>
          <a:p>
            <a:r>
              <a:rPr lang="en-IN" dirty="0"/>
              <a:t>High level core Overview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06163"/>
            <a:ext cx="6711654" cy="46422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LLMs used to read and analyze code sometimes take shortcuts: when code looks like a very familiar pattern (a helper, textbook algorithm, or common idiom), the model “assumes” what it does instead of checking the tiny local details. Attackers exploit that by making </a:t>
            </a:r>
            <a:r>
              <a:rPr lang="en-US" i="1" dirty="0"/>
              <a:t>very small</a:t>
            </a:r>
            <a:r>
              <a:rPr lang="en-US" dirty="0"/>
              <a:t>, valid edits (called </a:t>
            </a:r>
            <a:r>
              <a:rPr lang="en-US" b="1" dirty="0"/>
              <a:t>deception patterns</a:t>
            </a:r>
            <a:r>
              <a:rPr lang="en-US" dirty="0"/>
              <a:t>) that change runtime behavior in subtle ways but keep the code looking familiar. The LLM still “sees” the familiar pattern and is misled — producing wrong static analyses, summaries, or rewrites — while the real program still runs correctly. The authors call this a </a:t>
            </a:r>
            <a:r>
              <a:rPr lang="en-US" b="1" dirty="0"/>
              <a:t>Familiar Pattern Attack (FPA)</a:t>
            </a:r>
            <a:r>
              <a:rPr lang="en-US" dirty="0"/>
              <a:t> and show it works across models and languages.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accent5"/>
                </a:solidFill>
              </a:rPr>
              <a:t>Paper: Bernstein, Beste, Ayzenshteyn, Schönherr, Mirsky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 &amp; Attack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Core Idea</a:t>
            </a:r>
          </a:p>
          <a:p>
            <a:pPr lvl="1"/>
            <a:r>
              <a:rPr dirty="0"/>
              <a:t>Actors: A (adversary/defender) modifies a program x; B runs an LLM to analyze x.</a:t>
            </a:r>
          </a:p>
          <a:p>
            <a:pPr lvl="1"/>
            <a:r>
              <a:rPr dirty="0"/>
              <a:t>Constraint: Modified x′ must behave the same at runtime as x (exec(x′)=exec(x)).</a:t>
            </a:r>
          </a:p>
          <a:p>
            <a:pPr lvl="1"/>
            <a:r>
              <a:rPr dirty="0"/>
              <a:t>Goal: Make LLM’s static interpretation of x′ diverge from the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Why It Matters</a:t>
            </a:r>
          </a:p>
          <a:p>
            <a:pPr lvl="1"/>
            <a:r>
              <a:rPr dirty="0"/>
              <a:t>Targets: summarization, vulnerability scanning, code search/review, scraping.</a:t>
            </a:r>
          </a:p>
          <a:p>
            <a:pPr lvl="1"/>
            <a:r>
              <a:rPr dirty="0"/>
              <a:t>Why risky: high-throughput pipelines often skip dynamic/symbolic checks.</a:t>
            </a:r>
          </a:p>
          <a:p>
            <a:pPr lvl="1"/>
            <a:r>
              <a:rPr dirty="0"/>
              <a:t>Dual-use: conceal/insert logic for LLMs while humans/runtimes see the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 Bias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map familiar code scaffolds → ‘I know this’ (e.g., nth_prime, LSWR, vowel-check).</a:t>
            </a:r>
          </a:p>
          <a:p>
            <a:r>
              <a:t>Small bug (off-by-one, &gt;= vs &gt;, missing 'u') convinces model the familiar logic executes.</a:t>
            </a:r>
          </a:p>
          <a:p>
            <a:r>
              <a:t>LLM misreads control flow; runtime stays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FPA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Pick familiar function P with fixed </a:t>
            </a:r>
            <a:r>
              <a:rPr dirty="0" err="1"/>
              <a:t>args</a:t>
            </a:r>
            <a:r>
              <a:rPr dirty="0"/>
              <a:t>, known output v.</a:t>
            </a:r>
          </a:p>
          <a:p>
            <a:r>
              <a:rPr dirty="0"/>
              <a:t>Perturb with ∆ to get P′ so exec(P′)≠exec(P) but model thinks P′≈P.</a:t>
            </a:r>
          </a:p>
          <a:p>
            <a:r>
              <a:rPr dirty="0"/>
              <a:t>Guard behavior t with if P′(a)==v: t. LLM expects t; runtime may skip 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Generator (Algorithm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Generate familiar pattern P; ensure model + runtime agree on v.</a:t>
            </a:r>
          </a:p>
          <a:p>
            <a:r>
              <a:t>2) Perturb to P′ via tiny valid edits; ensure runtime output changes.</a:t>
            </a:r>
          </a:p>
          <a:p>
            <a:r>
              <a:t>3) Embed P′ to gate target behavior t; check LLM mispredicts while exec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 accuracy drops to ~9–24% under FPA; benign familiar P stays high.</a:t>
            </a:r>
          </a:p>
          <a:p>
            <a:r>
              <a:t>Cross-model &amp; cross-language transfer works.</a:t>
            </a:r>
          </a:p>
          <a:p>
            <a:r>
              <a:t>Robust prompts barely help; reasoning models still have weak spots.</a:t>
            </a:r>
          </a:p>
          <a:p>
            <a:r>
              <a:t>Defensive use: anti-plagiarism, anti-scraping (e.g., poison static summaries).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Uses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Core Idea</a:t>
            </a:r>
          </a:p>
          <a:p>
            <a:pPr lvl="1"/>
            <a:r>
              <a:t>Anti-plagiarism: push LLM rewriters to produce broken clones.</a:t>
            </a:r>
          </a:p>
          <a:p>
            <a:pPr lvl="1"/>
            <a:r>
              <a:t>Anti-scraping: inject content only LLMs ‘see’ (not rendered).</a:t>
            </a:r>
          </a:p>
          <a:p>
            <a:pPr lvl="1"/>
            <a:r>
              <a:t>Watermarking/attribution, reverse-engineering deterrence.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Why It Matters</a:t>
            </a:r>
          </a:p>
          <a:p>
            <a:pPr lvl="1"/>
            <a:r>
              <a:t>Prompting alone insufficient; dynamic/symbolic checks costly at scale.</a:t>
            </a:r>
          </a:p>
          <a:p>
            <a:pPr lvl="1"/>
            <a:r>
              <a:t>Bias tied to ‘semantic archetypes’; dedup doesn’t remove them.</a:t>
            </a:r>
          </a:p>
          <a:p>
            <a:pPr lvl="1"/>
            <a:r>
              <a:t>Open space for untargeted FPAs &amp; better robustness evals.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Repro/Implementation Plan (for your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Code harness: catalog P-patterns, mutation ops (flip comparators, off-by-one).</a:t>
            </a:r>
          </a:p>
          <a:p>
            <a:r>
              <a:t>Judge: exec ground-truth locally; compare vs LLM prediction (API).</a:t>
            </a:r>
          </a:p>
          <a:p>
            <a:r>
              <a:t>Scenarios: static output prediction; rewriter; scraper view.</a:t>
            </a:r>
          </a:p>
          <a:p>
            <a:r>
              <a:t>Metrics: success rate over n runs; transfer across models/languages.</a:t>
            </a:r>
          </a:p>
          <a:p>
            <a:r>
              <a:t>Mitigations to test: robust prompts; symbolic/dynamic checks (subset).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demo patterns (vowel, nth_prime, LSWR) and 3–5 t behaviors.</a:t>
            </a:r>
          </a:p>
          <a:p>
            <a:r>
              <a:t>Build minimal black-box generator + evaluation harness.</a:t>
            </a:r>
          </a:p>
          <a:p>
            <a:r>
              <a:t>Port working P′ to C/Rust/Go; try web Anti-Scraping JS variant.</a:t>
            </a:r>
          </a:p>
          <a:p>
            <a:r>
              <a:t>Document failures: where abstraction bias doesn’t trigger.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707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Trust Me, I Know This Function (FPA)</vt:lpstr>
      <vt:lpstr>High level core Overview </vt:lpstr>
      <vt:lpstr>Threat Model &amp; Attack Surface</vt:lpstr>
      <vt:lpstr>Abstraction Bias (with Examples)</vt:lpstr>
      <vt:lpstr>FPA in One Slide</vt:lpstr>
      <vt:lpstr>Automated Generator (Algorithm 1)</vt:lpstr>
      <vt:lpstr>Key Results (high-level)</vt:lpstr>
      <vt:lpstr>Defensive Uses &amp; Limits</vt:lpstr>
      <vt:lpstr>Repro/Implementation Plan (for your project)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RAGAVENDHAR ARUNACHALAM PALANIYAPPAN</cp:lastModifiedBy>
  <cp:revision>4</cp:revision>
  <dcterms:created xsi:type="dcterms:W3CDTF">2013-01-27T09:14:16Z</dcterms:created>
  <dcterms:modified xsi:type="dcterms:W3CDTF">2025-10-01T22:15:26Z</dcterms:modified>
  <cp:category/>
</cp:coreProperties>
</file>